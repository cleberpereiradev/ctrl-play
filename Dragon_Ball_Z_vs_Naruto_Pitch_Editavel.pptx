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46304"/>
            <a:ext cx="4617720" cy="1874519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FF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b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2423160" cy="1801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24912" y="338328"/>
            <a:ext cx="1901952" cy="850392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CD23"/>
                </a:solidFill>
                <a:latin typeface="Aptos"/>
              </a:defRPr>
            </a:pPr>
            <a:r>
              <a:t>DRAGON BALL Z</a:t>
            </a:r>
          </a:p>
          <a:p>
            <a:pPr algn="l">
              <a:spcAft>
                <a:spcPts val="400"/>
              </a:spcAft>
              <a:defRPr sz="2300" b="0">
                <a:solidFill>
                  <a:srgbClr val="FFCD23"/>
                </a:solidFill>
                <a:latin typeface="Aptos"/>
              </a:defRPr>
            </a:pPr>
            <a:r>
              <a:t>VS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80160"/>
            <a:ext cx="1828800" cy="438912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5F7FF"/>
                </a:solidFill>
                <a:latin typeface="Aptos"/>
              </a:defRPr>
            </a:pPr>
            <a:r>
              <a:t>ULTIMATE FIGHTERS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36776"/>
            <a:ext cx="1828800" cy="27432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C2CFE5"/>
                </a:solidFill>
                <a:latin typeface="Aptos"/>
              </a:defRPr>
            </a:pPr>
            <a:r>
              <a:t>Dois universos. Um campeonato.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6304"/>
            <a:ext cx="3017520" cy="1874519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C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283464"/>
            <a:ext cx="26060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CD23"/>
                </a:solidFill>
                <a:latin typeface="Aptos"/>
              </a:defRPr>
            </a:pPr>
            <a:r>
              <a:t>CONCEITO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8928" y="630936"/>
            <a:ext cx="1094536" cy="32004"/>
          </a:xfrm>
          <a:prstGeom prst="rect">
            <a:avLst/>
          </a:prstGeom>
          <a:solidFill>
            <a:srgbClr val="FFC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749808"/>
            <a:ext cx="2578608" cy="100584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2CFE5"/>
                </a:solidFill>
                <a:latin typeface="Aptos"/>
              </a:defRPr>
            </a:pPr>
            <a:r>
              <a:t>Jogo de luta crossover no estilo Marvel vs. Capcom, com equipes de três personagens, trocas durante a batalha, combos aéreos e especiais cinematográficos.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146304"/>
            <a:ext cx="3913632" cy="1874519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37C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bn_f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82880"/>
            <a:ext cx="3840480" cy="18013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4592" y="2176272"/>
            <a:ext cx="3767328" cy="201168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FF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13432"/>
            <a:ext cx="32918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A01E"/>
                </a:solidFill>
                <a:latin typeface="Aptos"/>
              </a:defRPr>
            </a:pPr>
            <a:r>
              <a:t>PILARES DA EXPERIÊNCIA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60903"/>
            <a:ext cx="1382572" cy="32004"/>
          </a:xfrm>
          <a:prstGeom prst="rect">
            <a:avLst/>
          </a:prstGeom>
          <a:solidFill>
            <a:srgbClr val="FF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79776"/>
            <a:ext cx="3246120" cy="1207008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Combate 3 contra 3 com troca de personagem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Combos rápidos, aéreos e encadeados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Técnicas icônicas dos dois universos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Ritmo arcade e partidas explosivas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Torneio inspirado no Campeonato de Artes Marciais de Dragon Ball 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2176272"/>
            <a:ext cx="3767328" cy="201168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C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313432"/>
            <a:ext cx="32918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E4BFF"/>
                </a:solidFill>
                <a:latin typeface="Aptos"/>
              </a:defRPr>
            </a:pPr>
            <a:r>
              <a:t>MODOS DE JOGO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8536" y="2660903"/>
            <a:ext cx="1382572" cy="32004"/>
          </a:xfrm>
          <a:prstGeom prst="rect">
            <a:avLst/>
          </a:prstGeom>
          <a:solidFill>
            <a:srgbClr val="C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2779776"/>
            <a:ext cx="3246120" cy="1207008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MODO HISTÓRIA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Uma anomalia reúne guerreiros dos dois mundos no mesmo torneio.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ARCADE • VERSUS • TREINAMENTO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Partidas locais e, como objetivo futuro, multiplayer online.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2176272"/>
            <a:ext cx="4014215" cy="201168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37C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313432"/>
            <a:ext cx="356616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7CAF5"/>
                </a:solidFill>
                <a:latin typeface="Aptos"/>
              </a:defRPr>
            </a:pPr>
            <a:r>
              <a:t>O TORNEIO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11312" y="2660903"/>
            <a:ext cx="1497787" cy="32004"/>
          </a:xfrm>
          <a:prstGeom prst="rect">
            <a:avLst/>
          </a:prstGeom>
          <a:solidFill>
            <a:srgbClr val="37C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bn_are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761488"/>
            <a:ext cx="1600200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39528" y="2788920"/>
            <a:ext cx="1828800" cy="109728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C2CFE5"/>
                </a:solidFill>
                <a:latin typeface="Aptos"/>
              </a:defRPr>
            </a:pPr>
            <a:r>
              <a:t>O palco principal é uma arena inspirada no Tenkaichi Budokai, adaptada para receber ninjas e guerreiros de ambos os universos.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407408"/>
            <a:ext cx="11521440" cy="50292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CD23"/>
                </a:solidFill>
                <a:latin typeface="Aptos"/>
              </a:defRPr>
            </a:pPr>
            <a:r>
              <a:t>DOIS UNIVERSOS. UM CAMPEONATO. O MAIOR COMBATE DE TODOS OS TEMPOS.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010912"/>
            <a:ext cx="11521440" cy="64008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C2CFE5"/>
                </a:solidFill>
                <a:latin typeface="Aptos"/>
              </a:defRPr>
            </a:pPr>
            <a:r>
              <a:t>Pitch conceitual • Plataforma inicial: PC e consoles • Público: fãs de anime, jogos de luta e cultura geek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5F7FF"/>
                </a:solidFill>
                <a:latin typeface="Aptos"/>
              </a:defRPr>
            </a:pPr>
            <a:r>
              <a:t>PERSONAGENS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58368"/>
            <a:ext cx="55778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A01E"/>
                </a:solidFill>
                <a:latin typeface="Aptos"/>
              </a:defRPr>
            </a:pPr>
            <a:r>
              <a:t>DRAGON BALL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658368"/>
            <a:ext cx="55778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CE4BFF"/>
                </a:solidFill>
                <a:latin typeface="Aptos"/>
              </a:defRPr>
            </a:pPr>
            <a:r>
              <a:t>NARUTO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51560"/>
            <a:ext cx="5806440" cy="448056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FF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5806440" cy="448056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C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bn_db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188720"/>
            <a:ext cx="233172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61488" y="1298448"/>
            <a:ext cx="2926080" cy="338328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LINHA PRINCIPAL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Goku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Vegeta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Gohan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Trunks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OUTROS DESTAQUES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Piccolo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Freeza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Majin Boo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Broly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Cada personagem deve ter golpes, mobilidade e superataques próprios.</a:t>
            </a:r>
          </a:p>
        </p:txBody>
      </p:sp>
      <p:pic>
        <p:nvPicPr>
          <p:cNvPr id="9" name="Picture 8" descr="dbn_naruto_r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188720"/>
            <a:ext cx="2331720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50808" y="1298448"/>
            <a:ext cx="2926080" cy="338328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LINHA PRINCIPAL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Naruto Uzumaki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Sasuke Uchiha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Sakura Haruno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Kakashi Hatake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OUTROS DESTAQUES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Itachi Uchiha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Gaara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Orochimaru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• Jiraiya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F5F7FF"/>
                </a:solidFill>
                <a:latin typeface="Aptos"/>
              </a:defRPr>
            </a:pPr>
            <a:r>
              <a:t>Técnicas ninjas e jutsus devem manter identidade visual própria.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5669280"/>
            <a:ext cx="11795760" cy="841248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37C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5797296"/>
            <a:ext cx="11338560" cy="51206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C2CFE5"/>
                </a:solidFill>
                <a:latin typeface="Aptos"/>
              </a:defRPr>
            </a:pPr>
            <a:r>
              <a:t>NOTA DE ESCOPO: o elenco final deve ser equilibrado por estilos de jogo; a lista acima é uma proposta inicial de personagens jogáveis.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F5F7FF"/>
                </a:solidFill>
                <a:latin typeface="Aptos"/>
              </a:defRPr>
            </a:pPr>
            <a:r>
              <a:t>SISTEMA DE COMBATE E PLANO DE PRODUÇÃO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868680"/>
            <a:ext cx="3749039" cy="292608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FF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024128"/>
            <a:ext cx="32918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A01E"/>
                </a:solidFill>
                <a:latin typeface="Aptos"/>
              </a:defRPr>
            </a:pPr>
            <a:r>
              <a:t>COMBATE 3x3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371600"/>
            <a:ext cx="1382572" cy="32004"/>
          </a:xfrm>
          <a:prstGeom prst="rect">
            <a:avLst/>
          </a:prstGeom>
          <a:solidFill>
            <a:srgbClr val="FF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81328"/>
            <a:ext cx="3273552" cy="205740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Escolha uma equipe de três lutadores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Troque de personagem no meio do combate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Assist attacks para estender combos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Ataques básicos, especiais e Hyper Combos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Barra de energia para técnicas supremas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Vitória ao derrotar toda a equipe rival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6512" y="868680"/>
            <a:ext cx="3749039" cy="292608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C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024128"/>
            <a:ext cx="32918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CE4BFF"/>
                </a:solidFill>
                <a:latin typeface="Aptos"/>
              </a:defRPr>
            </a:pPr>
            <a:r>
              <a:t>CONTROLES — PROPOSTA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1382572" cy="32004"/>
          </a:xfrm>
          <a:prstGeom prst="rect">
            <a:avLst/>
          </a:prstGeom>
          <a:solidFill>
            <a:srgbClr val="C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81328"/>
            <a:ext cx="3273552" cy="205740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Direcional: mover e saltar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Botões de ataque: leve, médio e forte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Botão especial: técnica característica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Troca: alternar lutador / chamar assistência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• Combinações direcionais para golpes especiais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F5F7FF"/>
                </a:solidFill>
                <a:latin typeface="Aptos"/>
              </a:defRPr>
            </a:pPr>
            <a:r>
              <a:t>Os comandos serão configuráveis.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868680"/>
            <a:ext cx="3977639" cy="2926080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37C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024128"/>
            <a:ext cx="35204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7CAF5"/>
                </a:solidFill>
                <a:latin typeface="Aptos"/>
              </a:defRPr>
            </a:pPr>
            <a:r>
              <a:t>ARENAS E DIREÇÃO ARTÍSTICA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1312" y="1371600"/>
            <a:ext cx="1478584" cy="32004"/>
          </a:xfrm>
          <a:prstGeom prst="rect">
            <a:avLst/>
          </a:prstGeom>
          <a:solidFill>
            <a:srgbClr val="37C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481328"/>
            <a:ext cx="3474720" cy="205740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Arena do Campeonato de Artes Marciais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Floresta e vila ninja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Deserto e cenário rochoso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Visual 2D estilizado com efeitos de energia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• Animações rápidas, impactos fortes e HUD legível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Prioridade: clareza visual durante combos intensos.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" y="4005072"/>
            <a:ext cx="5760720" cy="2487168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FF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160520"/>
            <a:ext cx="525780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A01E"/>
                </a:solidFill>
                <a:latin typeface="Aptos"/>
              </a:defRPr>
            </a:pPr>
            <a:r>
              <a:t>MVP — PRIMEIRA VERSÃO JOGÁVEL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507992"/>
            <a:ext cx="2208276" cy="32004"/>
          </a:xfrm>
          <a:prstGeom prst="rect">
            <a:avLst/>
          </a:prstGeom>
          <a:solidFill>
            <a:srgbClr val="FF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617720"/>
            <a:ext cx="5257800" cy="155448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1. 4 personagens (2 de cada universo)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2. Uma arena do torneio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3. Combate local 1 contra 1 para validar a base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4. Vida, energia, defesa, especiais e combos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5. Depois: equipes 3x3, assistências e elenco expandido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05072"/>
            <a:ext cx="5861304" cy="2487168"/>
          </a:xfrm>
          <a:prstGeom prst="roundRect">
            <a:avLst/>
          </a:prstGeom>
          <a:solidFill>
            <a:srgbClr val="0F182B"/>
          </a:solidFill>
          <a:ln w="12700">
            <a:solidFill>
              <a:srgbClr val="CE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4160520"/>
            <a:ext cx="5349240" cy="329184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E4BFF"/>
                </a:solidFill>
                <a:latin typeface="Aptos"/>
              </a:defRPr>
            </a:pPr>
            <a:r>
              <a:t>ROADMAP E DIFERENCIAIS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4507992"/>
            <a:ext cx="2246680" cy="32004"/>
          </a:xfrm>
          <a:prstGeom prst="rect">
            <a:avLst/>
          </a:prstGeom>
          <a:solidFill>
            <a:srgbClr val="CE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617720"/>
            <a:ext cx="5349240" cy="1554480"/>
          </a:xfrm>
          <a:prstGeom prst="rect">
            <a:avLst/>
          </a:prstGeom>
          <a:noFill/>
        </p:spPr>
        <p:txBody>
          <a:bodyPr wrap="square" lIns="82296" rIns="64008" tIns="36576" bIns="18288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FASE 1: protótipo de movimentação e golpes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FASE 2: personagens, especiais e balanceamento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FASE 3: modo torneio, interface e áudio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FASE 4: equipes 3x3, assists e conteúdo extra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000" b="0">
                <a:solidFill>
                  <a:srgbClr val="F5F7FF"/>
                </a:solidFill>
                <a:latin typeface="Aptos"/>
              </a:defRPr>
            </a:pPr>
            <a:r>
              <a:t>Diferencial: crossover de dois universos com a energia arcade dos jogos de luta em equipe.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