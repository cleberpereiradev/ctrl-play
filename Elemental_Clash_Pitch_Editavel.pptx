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46304"/>
            <a:ext cx="4983480" cy="160020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FF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1517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320040"/>
            <a:ext cx="2606040" cy="59436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FF5B1C"/>
                </a:solidFill>
                <a:latin typeface="Aptos"/>
              </a:defRPr>
            </a:pPr>
            <a:r>
              <a:t>ELEMENTAL</a:t>
            </a:r>
          </a:p>
          <a:p>
            <a:pPr algn="l">
              <a:spcAft>
                <a:spcPts val="300"/>
              </a:spcAft>
              <a:defRPr sz="2700" b="0">
                <a:solidFill>
                  <a:srgbClr val="FF5B1C"/>
                </a:solidFill>
                <a:latin typeface="Aptos"/>
              </a:defRPr>
            </a:pPr>
            <a:r>
              <a:t>CLASH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9152" y="1097280"/>
            <a:ext cx="2560320" cy="42062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0F6FF"/>
                </a:solidFill>
                <a:latin typeface="Aptos"/>
              </a:defRPr>
            </a:pPr>
            <a:r>
              <a:t>DOIS PUNHOS. PODER ILIMITADO.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APENAS UM SAI DE PÉ.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85232" y="146304"/>
            <a:ext cx="2788920" cy="160020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274320"/>
            <a:ext cx="2423160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8BEEB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8112" y="603503"/>
            <a:ext cx="1163116" cy="32004"/>
          </a:xfrm>
          <a:prstGeom prst="rect">
            <a:avLst/>
          </a:prstGeom>
          <a:solidFill>
            <a:srgbClr val="2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8112" y="713232"/>
            <a:ext cx="2423160" cy="86868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BCCCDD"/>
                </a:solidFill>
                <a:latin typeface="Aptos"/>
              </a:defRPr>
            </a:pPr>
            <a:r>
              <a:t>Jogo de luta arcade 1x1 em uma arena fechada. Dois combatentes com poderes sobrenaturais disputam a vitória em combates rápidos, combos e ataques especiais.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46304"/>
            <a:ext cx="3813048" cy="160020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c_arena_f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82880"/>
            <a:ext cx="3739896" cy="15270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4592" y="1901952"/>
            <a:ext cx="3913632" cy="233172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FF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c_infer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965960"/>
            <a:ext cx="1389888" cy="1207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00784" y="2011680"/>
            <a:ext cx="2148840" cy="32004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F5B1C"/>
                </a:solidFill>
                <a:latin typeface="Aptos"/>
              </a:defRPr>
            </a:pPr>
            <a:r>
              <a:t>INFERNO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40864"/>
            <a:ext cx="2148840" cy="27432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FBE14"/>
                </a:solidFill>
                <a:latin typeface="Aptos"/>
              </a:defRPr>
            </a:pPr>
            <a:r>
              <a:t>PUNHO DE FOGO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227832"/>
            <a:ext cx="3639312" cy="859536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Ataque básico: sequência de socos rápidos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Especial: Punho Flamejante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Carregado: Impacto Vulcânico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Estilo: pressão ofensiva, velocidade e combos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901952"/>
            <a:ext cx="3913632" cy="233172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FFB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c_demolid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965960"/>
            <a:ext cx="1389888" cy="12070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42432" y="2011680"/>
            <a:ext cx="2148840" cy="32004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FBE14"/>
                </a:solidFill>
                <a:latin typeface="Aptos"/>
              </a:defRPr>
            </a:pPr>
            <a:r>
              <a:t>DEMOLIDOR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340864"/>
            <a:ext cx="2148840" cy="27432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28BEEB"/>
                </a:solidFill>
                <a:latin typeface="Aptos"/>
              </a:defRPr>
            </a:pPr>
            <a:r>
              <a:t>SOCO EXPLOSIVO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227832"/>
            <a:ext cx="3639312" cy="859536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Ataque básico: socos pesados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Especial: Punho Detonador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Carregado: Ruptura Sísmica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Estilo: força, controle de espaço e impacto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1901952"/>
            <a:ext cx="3776472" cy="233172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029968"/>
            <a:ext cx="3383280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8BEEB"/>
                </a:solidFill>
                <a:latin typeface="Aptos"/>
              </a:defRPr>
            </a:pPr>
            <a:r>
              <a:t>MECÂNICAS DE COMBATE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0768" y="2359152"/>
            <a:ext cx="1623974" cy="32004"/>
          </a:xfrm>
          <a:prstGeom prst="rect">
            <a:avLst/>
          </a:prstGeom>
          <a:solidFill>
            <a:srgbClr val="2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2487168"/>
            <a:ext cx="3337560" cy="155448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MOVIMENTAÇÃO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Andar, correr, saltar e agachar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COMBATE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Socos rápidos e fortes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Defesa, contra-ataque e combos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Poderes especiais com energia ou recarga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VITÓRIA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F6FF"/>
                </a:solidFill>
                <a:latin typeface="Aptos"/>
              </a:defRPr>
            </a:pPr>
            <a:r>
              <a:t>• Reduzir a vida do oponente a zero ou ter mais vida ao fim do tempo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4389120"/>
            <a:ext cx="2852928" cy="224028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c_are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" y="4462272"/>
            <a:ext cx="1353312" cy="11155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4208" y="4498848"/>
            <a:ext cx="1170432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F5B1C"/>
                </a:solidFill>
                <a:latin typeface="Aptos"/>
              </a:defRPr>
            </a:pPr>
            <a:r>
              <a:t>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64208" y="4828032"/>
            <a:ext cx="561807" cy="32004"/>
          </a:xfrm>
          <a:prstGeom prst="rect">
            <a:avLst/>
          </a:prstGeom>
          <a:solidFill>
            <a:srgbClr val="FF5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5632704"/>
            <a:ext cx="2578608" cy="841248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  <a:r>
              <a:t>Ringue iluminado, público ao fundo, piso marcado por impactos, fumaça e efeitos de fogo e explosão.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36392" y="4389120"/>
            <a:ext cx="2743200" cy="224028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4498848"/>
            <a:ext cx="2331720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BE14"/>
                </a:solidFill>
                <a:latin typeface="Aptos"/>
              </a:defRPr>
            </a:pPr>
            <a:r>
              <a:t>DIREÇÃO ARTÍSTICA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4828032"/>
            <a:ext cx="1119225" cy="32004"/>
          </a:xfrm>
          <a:prstGeom prst="rect">
            <a:avLst/>
          </a:prstGeom>
          <a:solidFill>
            <a:srgbClr val="FF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956048"/>
            <a:ext cx="2331720" cy="141732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  <a:r>
              <a:t>Visual intenso e silhuetas marcantes.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  <a:r>
              <a:t>Inferno: vermelho e laranja.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  <a:r>
              <a:t>Demolidor: amarelo, azul e metal.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00" b="0">
                <a:solidFill>
                  <a:srgbClr val="BCCCDD"/>
                </a:solidFill>
                <a:latin typeface="Aptos"/>
              </a:defRPr>
            </a:pPr>
            <a:r>
              <a:t>Estilo possível: pixel art 2D, anime 2D ou 3D estilizado.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98464" y="4389120"/>
            <a:ext cx="2880360" cy="224028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2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4498848"/>
            <a:ext cx="2468880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28BEEB"/>
                </a:solidFill>
                <a:latin typeface="Aptos"/>
              </a:defRPr>
            </a:pPr>
            <a:r>
              <a:t>ESCOPO DO MVP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1344" y="4828032"/>
            <a:ext cx="1185062" cy="32004"/>
          </a:xfrm>
          <a:prstGeom prst="rect">
            <a:avLst/>
          </a:prstGeom>
          <a:solidFill>
            <a:srgbClr val="2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4956048"/>
            <a:ext cx="2468880" cy="1463040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1. Dois lutadores e animações básicas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2. Uma arena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3. Movimento, salto, socos e defesa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4. Um poder exclusivo por personagem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5. Barras de vida e energia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6. Tela inicial e resultado da luta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696" y="4389120"/>
            <a:ext cx="3026664" cy="2240280"/>
          </a:xfrm>
          <a:prstGeom prst="roundRect">
            <a:avLst/>
          </a:prstGeom>
          <a:solidFill>
            <a:srgbClr val="081C2D"/>
          </a:solidFill>
          <a:ln w="10160">
            <a:solidFill>
              <a:srgbClr val="FF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76" y="4498848"/>
            <a:ext cx="2606040" cy="329184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5B1C"/>
                </a:solidFill>
                <a:latin typeface="Aptos"/>
              </a:defRPr>
            </a:pPr>
            <a:r>
              <a:t>FUTURO DO JOGO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4828032"/>
            <a:ext cx="1250899" cy="32004"/>
          </a:xfrm>
          <a:prstGeom prst="rect">
            <a:avLst/>
          </a:prstGeom>
          <a:solidFill>
            <a:srgbClr val="FF5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0576" y="4956048"/>
            <a:ext cx="2606040" cy="1481328"/>
          </a:xfrm>
          <a:prstGeom prst="rect">
            <a:avLst/>
          </a:prstGeom>
          <a:noFill/>
        </p:spPr>
        <p:txBody>
          <a:bodyPr wrap="square" lIns="73152" rIns="54864" tIns="36576" bIns="18288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Novos lutadores e elementos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Golpes supremos cinematográficos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Arenas destrutíveis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Personalização e desbloqueios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Modo história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0F6FF"/>
                </a:solidFill>
                <a:latin typeface="Aptos"/>
              </a:defRPr>
            </a:pPr>
            <a:r>
              <a:t>• Multiplayer online e rankings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